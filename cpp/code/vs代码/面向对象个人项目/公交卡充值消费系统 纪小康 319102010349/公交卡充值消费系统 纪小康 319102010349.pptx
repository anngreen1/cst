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410" r:id="rId3"/>
    <p:sldId id="411" r:id="rId4"/>
    <p:sldId id="412" r:id="rId5"/>
    <p:sldId id="413" r:id="rId6"/>
    <p:sldId id="414" r:id="rId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 b="1" i="0" spc="30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 eaLnBrk="1" fontAlgn="auto" latinLnBrk="0" hangingPunct="1">
              <a:lnSpc>
                <a:spcPct val="110000"/>
              </a:lnSpc>
              <a:buNone/>
              <a:defRPr sz="2400" u="none" strike="noStrike" kern="1200" cap="none" spc="20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●"/>
              <a:defRPr kumimoji="0" lang="zh-CN" altLang="en-US" sz="18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 b="1" i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 eaLnBrk="1" fontAlgn="auto" latinLnBrk="0" hangingPunct="1">
              <a:lnSpc>
                <a:spcPct val="130000"/>
              </a:lnSpc>
              <a:buNone/>
              <a:defRPr kumimoji="0" lang="zh-CN" altLang="en-US" sz="1800" b="0" i="0" u="none" strike="noStrike" kern="1200" cap="none" spc="150" normalizeH="0" baseline="0" noProof="1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sz="16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sz="1400"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lnSpc>
                <a:spcPct val="120000"/>
              </a:lnSpc>
              <a:defRPr sz="1400"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1" u="none" strike="noStrike" kern="1200" cap="none" spc="200" normalizeH="0" baseline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1" i="0" u="none" strike="noStrike" kern="1200" cap="none" spc="20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●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Wingdings" panose="05000000000000000000" charset="0"/>
              <a:buChar char="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  <a:buFont typeface="Arial" panose="020B0604020202020204" pitchFamily="34" charset="0"/>
              <a:buChar char="•"/>
              <a:defRPr kumimoji="0" lang="zh-CN" altLang="en-US" sz="14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6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330" y="1555115"/>
            <a:ext cx="5233035" cy="4608195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n-cs"/>
                <a:sym typeface="+mn-ea"/>
              </a:defRPr>
            </a:lvl1pPr>
            <a:lvl2pPr marL="457200" indent="0" defTabSz="914400" eaLnBrk="1" fontAlgn="auto" latinLnBrk="0" hangingPunct="1">
              <a:buNone/>
              <a:tabLst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 eaLnBrk="1" fontAlgn="auto" latinLnBrk="0" hangingPunct="1">
              <a:defRPr u="none" strike="noStrike" kern="1200" cap="none" spc="150" normalizeH="0">
                <a:solidFill>
                  <a:schemeClr val="tx1">
                    <a:lumMod val="65000"/>
                    <a:lumOff val="3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 eaLnBrk="1" fontAlgn="auto" latinLnBrk="0" hangingPunct="1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spcAft>
                <a:spcPts val="300"/>
              </a:spcAft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>
            <a:lvl1pPr marL="228600" indent="-228600" eaLnBrk="1" fontAlgn="auto" latinLnBrk="0" hangingPunct="1">
              <a:lnSpc>
                <a:spcPct val="13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1pPr>
            <a:lvl2pPr marL="685800" indent="-228600" defTabSz="9144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tabLst>
                <a:tab pos="1609725" algn="l"/>
                <a:tab pos="1609725" algn="l"/>
                <a:tab pos="1609725" algn="l"/>
                <a:tab pos="1609725" algn="l"/>
              </a:tabLst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2pPr>
            <a:lvl3pPr marL="11430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●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3pPr>
            <a:lvl4pPr marL="1600200" indent="-228600" eaLnBrk="1" fontAlgn="auto" latinLnBrk="0" hangingPunct="1">
              <a:lnSpc>
                <a:spcPct val="120000"/>
              </a:lnSpc>
              <a:buFont typeface="Wingdings" panose="05000000000000000000" charset="0"/>
              <a:buChar char="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4pPr>
            <a:lvl5pPr marL="2057400" indent="-228600" eaLnBrk="1" fontAlgn="auto" latinLnBrk="0" hangingPunct="1">
              <a:lnSpc>
                <a:spcPct val="120000"/>
              </a:lnSpc>
              <a:buFont typeface="Arial" panose="020B0604020202020204" pitchFamily="34" charset="0"/>
              <a:buChar char="•"/>
              <a:defRPr u="none" strike="noStrike" kern="1200" cap="none" spc="150" normalizeH="0" baseline="0">
                <a:solidFill>
                  <a:schemeClr val="tx1">
                    <a:lumMod val="65000"/>
                    <a:lumOff val="35000"/>
                  </a:schemeClr>
                </a:solidFill>
                <a:uFillTx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6000" b="1" i="0" u="none" strike="noStrike" kern="1200" cap="none" spc="3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uFillTx/>
                <a:latin typeface="Arial" panose="020B0604020202020204" pitchFamily="34" charset="0"/>
                <a:ea typeface="微软雅黑" panose="020B0503020204020204" pitchFamily="3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单击此处编辑标题</a:t>
            </a:r>
            <a:endParaRPr>
              <a:sym typeface="+mn-ea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9D9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内容占位符 3" descr="69f21bf8daa71fff9710ce85b6b229f8_be0393b3332defadc6bd930e2a152283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-446405" y="-165100"/>
            <a:ext cx="12977495" cy="7455535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3163570" y="2077720"/>
            <a:ext cx="574611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800"/>
              <a:t>公交卡充值管理系统</a:t>
            </a:r>
            <a:endParaRPr lang="zh-CN" altLang="en-US" sz="4800"/>
          </a:p>
        </p:txBody>
      </p:sp>
      <p:sp>
        <p:nvSpPr>
          <p:cNvPr id="7" name="文本框 6"/>
          <p:cNvSpPr txBox="1"/>
          <p:nvPr/>
        </p:nvSpPr>
        <p:spPr>
          <a:xfrm>
            <a:off x="3163570" y="3199130"/>
            <a:ext cx="575691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/>
              <a:t>Buscard Rechange Consumption System</a:t>
            </a:r>
            <a:endParaRPr lang="en-US" altLang="zh-CN" sz="2400"/>
          </a:p>
        </p:txBody>
      </p:sp>
      <p:sp>
        <p:nvSpPr>
          <p:cNvPr id="4" name="文本框 3"/>
          <p:cNvSpPr txBox="1"/>
          <p:nvPr/>
        </p:nvSpPr>
        <p:spPr>
          <a:xfrm>
            <a:off x="10904855" y="6303645"/>
            <a:ext cx="1439545" cy="2451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计科</a:t>
            </a:r>
            <a:r>
              <a:rPr lang="en-US" altLang="zh-CN" sz="1000"/>
              <a:t>1903</a:t>
            </a:r>
            <a:r>
              <a:rPr lang="zh-CN" altLang="en-US" sz="1000"/>
              <a:t>纪小康</a:t>
            </a:r>
            <a:endParaRPr lang="zh-CN" altLang="en-US" sz="10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 descr="833bed143041d0d5d4757f605fa4412f_14ad0a5b4facf2d319a6cfd1ebd4e89b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-445135" y="-125730"/>
            <a:ext cx="12637135" cy="7108825"/>
          </a:xfrm>
          <a:prstGeom prst="rect">
            <a:avLst/>
          </a:prstGeom>
        </p:spPr>
      </p:pic>
      <p:pic>
        <p:nvPicPr>
          <p:cNvPr id="6" name="图片 5" descr="批注 2020-06-06 23463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945" y="1313815"/>
            <a:ext cx="9578340" cy="524256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083945" y="701040"/>
            <a:ext cx="28403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具体实现的内容</a:t>
            </a:r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 descr="ba3453ff38967def310d7ab658f63a3b_1637bd90706bc2bbe8f718cee1e78f92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-59055" y="0"/>
            <a:ext cx="12310745" cy="692531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687195" y="2034540"/>
            <a:ext cx="881888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/>
              <a:t>项目主要实现了用户（</a:t>
            </a:r>
            <a:r>
              <a:rPr lang="en-US" altLang="zh-CN"/>
              <a:t>Passenger</a:t>
            </a:r>
            <a:r>
              <a:rPr lang="zh-CN" altLang="en-US"/>
              <a:t>）进行登录公交充值消费系统，先购买公交卡，再向</a:t>
            </a:r>
            <a:endParaRPr lang="zh-CN" altLang="en-US"/>
          </a:p>
          <a:p>
            <a:pPr algn="l"/>
            <a:r>
              <a:rPr lang="zh-CN" altLang="en-US"/>
              <a:t>公交卡内充值，以及查询卡内余额，查询用户信息（账号，密码，钱包余额），刷卡</a:t>
            </a:r>
            <a:endParaRPr lang="zh-CN" altLang="en-US"/>
          </a:p>
          <a:p>
            <a:pPr algn="l"/>
            <a:r>
              <a:rPr lang="zh-CN" altLang="en-US"/>
              <a:t>一系列操作。项目对参考设计进行了合理的完善，例如增加了用户登录，初始化等；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590" y="4279265"/>
            <a:ext cx="4535170" cy="131318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4405" y="4279265"/>
            <a:ext cx="5885180" cy="13131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 descr="c85810a35670cfba4216649a5300d477_d02249be531b02ebdc55ba11e32026f9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-3175" y="0"/>
            <a:ext cx="12191365" cy="6858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963295" y="608330"/>
            <a:ext cx="408622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i="1">
                <a:latin typeface="Comic Sans MS" panose="030F0702030302020204" charset="0"/>
                <a:cs typeface="Comic Sans MS" panose="030F0702030302020204" charset="0"/>
              </a:rPr>
              <a:t>what one has learned from codework</a:t>
            </a:r>
            <a:endParaRPr lang="en-US" altLang="zh-CN" i="1">
              <a:latin typeface="Comic Sans MS" panose="030F0702030302020204" charset="0"/>
              <a:cs typeface="Comic Sans MS" panose="030F0702030302020204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205230" y="1441450"/>
            <a:ext cx="92887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1,</a:t>
            </a:r>
            <a:r>
              <a:rPr lang="zh-CN" altLang="en-US"/>
              <a:t>自己独立完成一个小项目，自己的能力有了变化，能够更好的利用搜索解决自己再写代码</a:t>
            </a:r>
            <a:endParaRPr lang="zh-CN" altLang="en-US"/>
          </a:p>
          <a:p>
            <a:r>
              <a:rPr lang="zh-CN" altLang="en-US"/>
              <a:t>时遇到的问题。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205230" y="2875915"/>
            <a:ext cx="9682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2</a:t>
            </a:r>
            <a:r>
              <a:rPr lang="zh-CN" altLang="en-US"/>
              <a:t>，自己的思维逻辑能力也有提升，例如返回操作，之前可能只想循环解决，但现在会想到递归</a:t>
            </a:r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1205230" y="4375150"/>
            <a:ext cx="9911080" cy="64516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/>
              <a:t>3</a:t>
            </a:r>
            <a:r>
              <a:rPr lang="zh-CN" altLang="en-US"/>
              <a:t>，分析问题的能力很重要，面对一个项目，要非常清晰项目的每一个流程，知己知彼，才能更好</a:t>
            </a:r>
            <a:endParaRPr lang="zh-CN" altLang="en-US"/>
          </a:p>
          <a:p>
            <a:r>
              <a:rPr lang="zh-CN" altLang="en-US"/>
              <a:t>更快的解决问题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 descr="d14d80bfca259a7352a48fb34e1a5938_9d65a020fef6e38c09d113fc3d8c7d1d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0" y="4286250"/>
            <a:ext cx="12192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THANK YOU FOR LISTENING</a:t>
            </a:r>
            <a:endParaRPr lang="en-US" altLang="zh-CN"/>
          </a:p>
        </p:txBody>
      </p:sp>
      <p:sp>
        <p:nvSpPr>
          <p:cNvPr id="4" name="文本框 3"/>
          <p:cNvSpPr txBox="1"/>
          <p:nvPr/>
        </p:nvSpPr>
        <p:spPr>
          <a:xfrm>
            <a:off x="4496435" y="2967990"/>
            <a:ext cx="3192780" cy="92202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5400"/>
              <a:t>THE END</a:t>
            </a:r>
            <a:endParaRPr lang="en-US" altLang="zh-CN" sz="54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PLACING_PICTURE_USER_VIEWPORT" val="{&quot;height&quot;:7495,&quot;width&quot;:13324}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380</Words>
  <Application>WPS 演示</Application>
  <PresentationFormat>宽屏</PresentationFormat>
  <Paragraphs>26</Paragraphs>
  <Slides>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29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35" baseType="lpstr">
      <vt:lpstr>Arial</vt:lpstr>
      <vt:lpstr>宋体</vt:lpstr>
      <vt:lpstr>Wingdings</vt:lpstr>
      <vt:lpstr>微软雅黑</vt:lpstr>
      <vt:lpstr>Wingdings</vt:lpstr>
      <vt:lpstr>Arial Unicode MS</vt:lpstr>
      <vt:lpstr>Calibri</vt:lpstr>
      <vt:lpstr>华文彩云</vt:lpstr>
      <vt:lpstr>华文新魏</vt:lpstr>
      <vt:lpstr>华文楷体</vt:lpstr>
      <vt:lpstr>华文琥珀</vt:lpstr>
      <vt:lpstr>华文细黑</vt:lpstr>
      <vt:lpstr>华文隶书</vt:lpstr>
      <vt:lpstr>幼圆</vt:lpstr>
      <vt:lpstr>微软雅黑 Light</vt:lpstr>
      <vt:lpstr>方正姚体</vt:lpstr>
      <vt:lpstr>方正舒体</vt:lpstr>
      <vt:lpstr>楷体</vt:lpstr>
      <vt:lpstr>等线 Light</vt:lpstr>
      <vt:lpstr>PMingLiU-ExtB</vt:lpstr>
      <vt:lpstr>Yu Gothic UI</vt:lpstr>
      <vt:lpstr>Yu Gothic UI Semilight</vt:lpstr>
      <vt:lpstr>仿宋</vt:lpstr>
      <vt:lpstr>Microsoft JhengHei</vt:lpstr>
      <vt:lpstr>MingLiU-ExtB</vt:lpstr>
      <vt:lpstr>Yu Gothic UI Light</vt:lpstr>
      <vt:lpstr>Calibri Light</vt:lpstr>
      <vt:lpstr>Comic Sans MS</vt:lpstr>
      <vt:lpstr>Century Gothic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Elsa</cp:lastModifiedBy>
  <cp:revision>173</cp:revision>
  <dcterms:created xsi:type="dcterms:W3CDTF">2019-06-19T02:08:00Z</dcterms:created>
  <dcterms:modified xsi:type="dcterms:W3CDTF">2020-06-08T02:40:14Z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2052-11.1.0.9740</vt:lpwstr>
  </property>
</Properties>
</file>